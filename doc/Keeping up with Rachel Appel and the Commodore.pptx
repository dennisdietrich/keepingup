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9" autoAdjust="0"/>
    <p:restoredTop sz="86391" autoAdjust="0"/>
  </p:normalViewPr>
  <p:slideViewPr>
    <p:cSldViewPr snapToGrid="0">
      <p:cViewPr varScale="1">
        <p:scale>
          <a:sx n="142" d="100"/>
          <a:sy n="142" d="100"/>
        </p:scale>
        <p:origin x="176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8/30/24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>
                <a:solidFill>
                  <a:srgbClr val="FFFFFF"/>
                </a:solidFill>
              </a:rPr>
              <a:t>KEEPING UP WITH RACHEL</a:t>
            </a:r>
          </a:p>
          <a:p>
            <a:r>
              <a:rPr lang="en-US" dirty="0">
                <a:solidFill>
                  <a:srgbClr val="FFFFFF"/>
                </a:solidFill>
              </a:rPr>
              <a:t>        APPEL AND THE COMMODORE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DENNIS DIETRICH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MANAGER SOFTWARE DEVELOPMENT ICS</a:t>
            </a:r>
          </a:p>
          <a:p>
            <a:r>
              <a:rPr lang="en-US" dirty="0">
                <a:solidFill>
                  <a:srgbClr val="FFFFFF"/>
                </a:solidFill>
              </a:rPr>
              <a:t>PHOENIX CONTACT</a:t>
            </a:r>
          </a:p>
        </p:txBody>
      </p:sp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Commodore 64">
      <a:dk1>
        <a:srgbClr val="7385FF"/>
      </a:dk1>
      <a:lt1>
        <a:srgbClr val="FFFFFF"/>
      </a:lt1>
      <a:dk2>
        <a:srgbClr val="000000"/>
      </a:dk2>
      <a:lt2>
        <a:srgbClr val="2C3CEC"/>
      </a:lt2>
      <a:accent1>
        <a:srgbClr val="AF3C58"/>
      </a:accent1>
      <a:accent2>
        <a:srgbClr val="7EF3D6"/>
      </a:accent2>
      <a:accent3>
        <a:srgbClr val="AA40F5"/>
      </a:accent3>
      <a:accent4>
        <a:srgbClr val="61D532"/>
      </a:accent4>
      <a:accent5>
        <a:srgbClr val="FFFF46"/>
      </a:accent5>
      <a:accent6>
        <a:srgbClr val="B7FF86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3685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202</cp:revision>
  <dcterms:created xsi:type="dcterms:W3CDTF">2022-06-17T15:35:12Z</dcterms:created>
  <dcterms:modified xsi:type="dcterms:W3CDTF">2024-08-30T09:15:21Z</dcterms:modified>
</cp:coreProperties>
</file>