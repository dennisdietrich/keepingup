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284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9718" autoAdjust="0"/>
    <p:restoredTop sz="86391" autoAdjust="0"/>
  </p:normalViewPr>
  <p:slideViewPr>
    <p:cSldViewPr snapToGrid="0">
      <p:cViewPr varScale="1">
        <p:scale>
          <a:sx n="137" d="100"/>
          <a:sy n="137" d="100"/>
        </p:scale>
        <p:origin x="224" y="10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9" name="Picture 8" descr="GitHub">
            <a:extLst>
              <a:ext uri="{FF2B5EF4-FFF2-40B4-BE49-F238E27FC236}">
                <a16:creationId xmlns:a16="http://schemas.microsoft.com/office/drawing/2014/main" id="{D413AEAD-8A92-6186-D075-5F3D3F946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E3480-3A92-8D18-6D43-A59A2C6A1260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11" name="Picture 10" descr="LinkedIn">
            <a:extLst>
              <a:ext uri="{FF2B5EF4-FFF2-40B4-BE49-F238E27FC236}">
                <a16:creationId xmlns:a16="http://schemas.microsoft.com/office/drawing/2014/main" id="{5498B0FC-EAA9-1A93-9862-02CC73B5E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0021A4-348A-BF7C-63BF-6C89D7630DCC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13" name="Graphic 12" descr="Mastodon">
            <a:extLst>
              <a:ext uri="{FF2B5EF4-FFF2-40B4-BE49-F238E27FC236}">
                <a16:creationId xmlns:a16="http://schemas.microsoft.com/office/drawing/2014/main" id="{DCED133C-A505-FBA4-FD79-26B84EFC19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813634-0CE6-B509-5B60-E9061F6A69C4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3663</TotalTime>
  <Words>61</Words>
  <Application>Microsoft Macintosh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Questions?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193</cp:revision>
  <dcterms:created xsi:type="dcterms:W3CDTF">2022-06-17T15:35:12Z</dcterms:created>
  <dcterms:modified xsi:type="dcterms:W3CDTF">2024-08-29T21:18:18Z</dcterms:modified>
</cp:coreProperties>
</file>