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9"/>
  </p:notesMasterIdLst>
  <p:sldIdLst>
    <p:sldId id="256" r:id="rId4"/>
    <p:sldId id="322" r:id="rId5"/>
    <p:sldId id="323" r:id="rId6"/>
    <p:sldId id="284" r:id="rId7"/>
    <p:sldId id="32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847C7B7-3BF0-6540-8CF4-D15D8C8325FD}">
          <p14:sldIdLst>
            <p14:sldId id="256"/>
            <p14:sldId id="322"/>
          </p14:sldIdLst>
        </p14:section>
        <p14:section name="Lessons of Hanoi" id="{214A05DB-D7E7-7645-8AF9-C2AA1A46C829}">
          <p14:sldIdLst>
            <p14:sldId id="323"/>
          </p14:sldIdLst>
        </p14:section>
        <p14:section name="Closing" id="{BC0C0282-AF9F-204E-9951-7490FA39258D}">
          <p14:sldIdLst>
            <p14:sldId id="284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79" autoAdjust="0"/>
    <p:restoredTop sz="89605" autoAdjust="0"/>
  </p:normalViewPr>
  <p:slideViewPr>
    <p:cSldViewPr snapToGrid="0">
      <p:cViewPr varScale="1">
        <p:scale>
          <a:sx n="151" d="100"/>
          <a:sy n="151" d="100"/>
        </p:scale>
        <p:origin x="224" y="4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1/28/25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 W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28780C8-7426-4385-DEB0-BB693194F6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6582" y="840776"/>
            <a:ext cx="1055279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Û123456789012345678901234567890123456789012345678901Û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80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(2025-??-??),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CBA3D3-84F1-1BB1-A94B-A6DD99FB3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US" dirty="0"/>
              <a:t>1980s performance optimization lessons still applicable today</a:t>
            </a:r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</a:t>
            </a:r>
            <a:r>
              <a:rPr lang="en-US" dirty="0">
                <a:solidFill>
                  <a:srgbClr val="FFFFFF"/>
                </a:solidFill>
              </a:rPr>
              <a:t>Keeping up with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     1980s performance optimization</a:t>
            </a:r>
          </a:p>
          <a:p>
            <a:r>
              <a:rPr lang="en-US" dirty="0">
                <a:solidFill>
                  <a:srgbClr val="FFFFFF"/>
                </a:solidFill>
              </a:rPr>
              <a:t>     lessons still applicable today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  <p:pic>
        <p:nvPicPr>
          <p:cNvPr id="4" name="Picture 3" descr="Pixelated portrait of Rachel Appel">
            <a:extLst>
              <a:ext uri="{FF2B5EF4-FFF2-40B4-BE49-F238E27FC236}">
                <a16:creationId xmlns:a16="http://schemas.microsoft.com/office/drawing/2014/main" id="{D97BDFFB-81D7-33F2-A623-49CAE809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02" y="506028"/>
            <a:ext cx="3657600" cy="365760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  <p:pic>
        <p:nvPicPr>
          <p:cNvPr id="8" name="Picture 7" descr="Pixelated cover of ‘Artificial Intelligence Projects for the Commodore 64’ by Timothy J. O’Malley">
            <a:extLst>
              <a:ext uri="{FF2B5EF4-FFF2-40B4-BE49-F238E27FC236}">
                <a16:creationId xmlns:a16="http://schemas.microsoft.com/office/drawing/2014/main" id="{7D5F7B0D-7636-A806-9236-041EB2DE6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348" y="1105481"/>
            <a:ext cx="4267200" cy="528955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 spd="slow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D613F6-2844-9C5E-9047-5D5AE46880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        Lessons of Hanoi</a:t>
            </a:r>
          </a:p>
        </p:txBody>
      </p:sp>
    </p:spTree>
    <p:extLst>
      <p:ext uri="{BB962C8B-B14F-4D97-AF65-F5344CB8AC3E}">
        <p14:creationId xmlns:p14="http://schemas.microsoft.com/office/powerpoint/2010/main" val="2765490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9" name="Picture 8" descr="GitHub">
            <a:extLst>
              <a:ext uri="{FF2B5EF4-FFF2-40B4-BE49-F238E27FC236}">
                <a16:creationId xmlns:a16="http://schemas.microsoft.com/office/drawing/2014/main" id="{D413AEAD-8A92-6186-D075-5F3D3F946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E3480-3A92-8D18-6D43-A59A2C6A1260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dennisdietrich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1" name="Picture 10" descr="LinkedIn">
            <a:extLst>
              <a:ext uri="{FF2B5EF4-FFF2-40B4-BE49-F238E27FC236}">
                <a16:creationId xmlns:a16="http://schemas.microsoft.com/office/drawing/2014/main" id="{5498B0FC-EAA9-1A93-9862-02CC73B5E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0021A4-348A-BF7C-63BF-6C89D7630DCC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dcdietrich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3" name="Graphic 12" descr="Mastodon">
            <a:extLst>
              <a:ext uri="{FF2B5EF4-FFF2-40B4-BE49-F238E27FC236}">
                <a16:creationId xmlns:a16="http://schemas.microsoft.com/office/drawing/2014/main" id="{DCED133C-A505-FBA4-FD79-26B84EFC1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813634-0CE6-B509-5B60-E9061F6A69C4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  <p:transition spd="slow">
    <p:dissolv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3719</TotalTime>
  <Words>110</Words>
  <Application>Microsoft Macintosh PowerPoint</Application>
  <PresentationFormat>Widescreen</PresentationFormat>
  <Paragraphs>41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the Commodore</vt:lpstr>
      <vt:lpstr>PowerPoint Presentation</vt:lpstr>
      <vt:lpstr>PowerPoint Presentation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219</cp:revision>
  <dcterms:created xsi:type="dcterms:W3CDTF">2022-06-17T15:35:12Z</dcterms:created>
  <dcterms:modified xsi:type="dcterms:W3CDTF">2025-01-28T01:21:01Z</dcterms:modified>
</cp:coreProperties>
</file>