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56" r:id="rId2"/>
    <p:sldId id="284" r:id="rId3"/>
    <p:sldId id="321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96" autoAdjust="0"/>
    <p:restoredTop sz="92929" autoAdjust="0"/>
  </p:normalViewPr>
  <p:slideViewPr>
    <p:cSldViewPr snapToGrid="0">
      <p:cViewPr varScale="1">
        <p:scale>
          <a:sx n="115" d="100"/>
          <a:sy n="115" d="100"/>
        </p:scale>
        <p:origin x="224" y="1248"/>
      </p:cViewPr>
      <p:guideLst/>
    </p:cSldViewPr>
  </p:slideViewPr>
  <p:outlineViewPr>
    <p:cViewPr>
      <p:scale>
        <a:sx n="33" d="100"/>
        <a:sy n="33" d="100"/>
      </p:scale>
      <p:origin x="0" y="-738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6DBF41-98D5-4B29-8B81-B31614D19ACC}" type="datetimeFigureOut">
              <a:rPr lang="en-US" smtClean="0"/>
              <a:t>8/29/24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4F40D4-862D-491C-85E3-1A34EFA2B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753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4F40D4-862D-491C-85E3-1A34EFA2BD0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6831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208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22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72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49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024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914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042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16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413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139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310506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1085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9168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3508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1149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259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3589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ennisdietrich/KeepingUp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E8B18-EE58-FCFA-5F4C-B4E020A1A9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51020"/>
            <a:ext cx="8825658" cy="3329581"/>
          </a:xfrm>
        </p:spPr>
        <p:txBody>
          <a:bodyPr/>
          <a:lstStyle/>
          <a:p>
            <a:r>
              <a:rPr lang="en-US" dirty="0"/>
              <a:t>Keeping up with Rachel Appel and the Commodore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F667715-1050-2040-8DF1-798ADAED5BFB}"/>
              </a:ext>
            </a:extLst>
          </p:cNvPr>
          <p:cNvSpPr txBox="1">
            <a:spLocks/>
          </p:cNvSpPr>
          <p:nvPr/>
        </p:nvSpPr>
        <p:spPr>
          <a:xfrm>
            <a:off x="1154955" y="563880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dirty="0"/>
              <a:t>Dennis Dietrich</a:t>
            </a:r>
            <a:br>
              <a:rPr lang="en-US" dirty="0"/>
            </a:br>
            <a:r>
              <a:rPr lang="en-US" dirty="0"/>
              <a:t>Manager Software Development ICS, Phoenix Contact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3710E30-B99D-9D8F-6DBD-62D6866A90A5}"/>
              </a:ext>
            </a:extLst>
          </p:cNvPr>
          <p:cNvSpPr txBox="1">
            <a:spLocks/>
          </p:cNvSpPr>
          <p:nvPr/>
        </p:nvSpPr>
        <p:spPr>
          <a:xfrm>
            <a:off x="1154955" y="6581001"/>
            <a:ext cx="8825658" cy="276999"/>
          </a:xfrm>
          <a:prstGeom prst="rect">
            <a:avLst/>
          </a:prstGeom>
        </p:spPr>
        <p:txBody>
          <a:bodyPr vert="horz" lIns="91440" tIns="45720" rIns="91440" bIns="45720" rtlCol="0" anchor="t">
            <a:sp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200" dirty="0"/>
              <a:t>Rev. 1 (2024-09-??), </a:t>
            </a:r>
            <a:r>
              <a:rPr lang="en-US" sz="1200" dirty="0">
                <a:hlinkClick r:id="rId3"/>
              </a:rPr>
              <a:t>https://github.com/dennisdietrich/KeepingUp/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049190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Questions?</a:t>
            </a:r>
          </a:p>
        </p:txBody>
      </p:sp>
      <p:pic>
        <p:nvPicPr>
          <p:cNvPr id="9" name="Picture 8" descr="GitHub">
            <a:extLst>
              <a:ext uri="{FF2B5EF4-FFF2-40B4-BE49-F238E27FC236}">
                <a16:creationId xmlns:a16="http://schemas.microsoft.com/office/drawing/2014/main" id="{D413AEAD-8A92-6186-D075-5F3D3F946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303520"/>
            <a:ext cx="274320" cy="2743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88E3480-3A92-8D18-6D43-A59A2C6A1260}"/>
              </a:ext>
            </a:extLst>
          </p:cNvPr>
          <p:cNvSpPr txBox="1"/>
          <p:nvPr/>
        </p:nvSpPr>
        <p:spPr>
          <a:xfrm>
            <a:off x="800098" y="5247459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dennisdietrich</a:t>
            </a:r>
            <a:endParaRPr lang="en-US" sz="2000" dirty="0"/>
          </a:p>
        </p:txBody>
      </p:sp>
      <p:pic>
        <p:nvPicPr>
          <p:cNvPr id="11" name="Picture 10" descr="LinkedIn">
            <a:extLst>
              <a:ext uri="{FF2B5EF4-FFF2-40B4-BE49-F238E27FC236}">
                <a16:creationId xmlns:a16="http://schemas.microsoft.com/office/drawing/2014/main" id="{5498B0FC-EAA9-1A93-9862-02CC73B5EE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715000"/>
            <a:ext cx="274320" cy="2743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80021A4-348A-BF7C-63BF-6C89D7630DCC}"/>
              </a:ext>
            </a:extLst>
          </p:cNvPr>
          <p:cNvSpPr txBox="1"/>
          <p:nvPr/>
        </p:nvSpPr>
        <p:spPr>
          <a:xfrm>
            <a:off x="800099" y="5664321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dcdietrich</a:t>
            </a:r>
            <a:endParaRPr lang="en-US" sz="2000" dirty="0"/>
          </a:p>
        </p:txBody>
      </p:sp>
      <p:pic>
        <p:nvPicPr>
          <p:cNvPr id="13" name="Graphic 12" descr="Mastodon">
            <a:extLst>
              <a:ext uri="{FF2B5EF4-FFF2-40B4-BE49-F238E27FC236}">
                <a16:creationId xmlns:a16="http://schemas.microsoft.com/office/drawing/2014/main" id="{DCED133C-A505-FBA4-FD79-26B84EFC19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" y="6126480"/>
            <a:ext cx="274320" cy="29285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5813634-0CE6-B509-5B60-E9061F6A69C4}"/>
              </a:ext>
            </a:extLst>
          </p:cNvPr>
          <p:cNvSpPr txBox="1"/>
          <p:nvPr/>
        </p:nvSpPr>
        <p:spPr>
          <a:xfrm>
            <a:off x="800100" y="6064431"/>
            <a:ext cx="59355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@dc@social.advancedsoftware.engineering</a:t>
            </a:r>
          </a:p>
        </p:txBody>
      </p:sp>
    </p:spTree>
    <p:extLst>
      <p:ext uri="{BB962C8B-B14F-4D97-AF65-F5344CB8AC3E}">
        <p14:creationId xmlns:p14="http://schemas.microsoft.com/office/powerpoint/2010/main" val="1870771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607B7429-81E5-49AE-8F5B-280693DF34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3000" y="1016000"/>
            <a:ext cx="4826000" cy="482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Thanks for listening!</a:t>
            </a:r>
          </a:p>
        </p:txBody>
      </p:sp>
      <p:pic>
        <p:nvPicPr>
          <p:cNvPr id="3" name="Picture 2" descr="GitHub">
            <a:extLst>
              <a:ext uri="{FF2B5EF4-FFF2-40B4-BE49-F238E27FC236}">
                <a16:creationId xmlns:a16="http://schemas.microsoft.com/office/drawing/2014/main" id="{1C6807BB-2FE0-8AC1-C000-303938DA65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303520"/>
            <a:ext cx="274320" cy="2743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00689C-58BE-8CB3-A3BE-5AC4726F5F67}"/>
              </a:ext>
            </a:extLst>
          </p:cNvPr>
          <p:cNvSpPr txBox="1"/>
          <p:nvPr/>
        </p:nvSpPr>
        <p:spPr>
          <a:xfrm>
            <a:off x="800098" y="5247459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dennisdietrich</a:t>
            </a:r>
            <a:endParaRPr lang="en-US" sz="2000" dirty="0"/>
          </a:p>
        </p:txBody>
      </p:sp>
      <p:pic>
        <p:nvPicPr>
          <p:cNvPr id="7" name="Picture 6" descr="LinkedIn">
            <a:extLst>
              <a:ext uri="{FF2B5EF4-FFF2-40B4-BE49-F238E27FC236}">
                <a16:creationId xmlns:a16="http://schemas.microsoft.com/office/drawing/2014/main" id="{8FAF0638-CCFD-84A0-547A-EA307F2E70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715000"/>
            <a:ext cx="274320" cy="2743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38AE759-2568-CC79-5E0A-3FDD566C7DDA}"/>
              </a:ext>
            </a:extLst>
          </p:cNvPr>
          <p:cNvSpPr txBox="1"/>
          <p:nvPr/>
        </p:nvSpPr>
        <p:spPr>
          <a:xfrm>
            <a:off x="800099" y="5664321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dcdietrich</a:t>
            </a:r>
            <a:endParaRPr lang="en-US" sz="2000" dirty="0"/>
          </a:p>
        </p:txBody>
      </p:sp>
      <p:pic>
        <p:nvPicPr>
          <p:cNvPr id="9" name="Graphic 8" descr="Mastodon">
            <a:extLst>
              <a:ext uri="{FF2B5EF4-FFF2-40B4-BE49-F238E27FC236}">
                <a16:creationId xmlns:a16="http://schemas.microsoft.com/office/drawing/2014/main" id="{BF98801E-9928-B651-1FAE-635F24D543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7200" y="6126480"/>
            <a:ext cx="274320" cy="2928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FDCD6FD-B230-C7B5-B746-B2489B5E1A1A}"/>
              </a:ext>
            </a:extLst>
          </p:cNvPr>
          <p:cNvSpPr txBox="1"/>
          <p:nvPr/>
        </p:nvSpPr>
        <p:spPr>
          <a:xfrm>
            <a:off x="800100" y="6064431"/>
            <a:ext cx="59355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@dc@social.advancedsoftware.engineering</a:t>
            </a:r>
          </a:p>
        </p:txBody>
      </p:sp>
    </p:spTree>
    <p:extLst>
      <p:ext uri="{BB962C8B-B14F-4D97-AF65-F5344CB8AC3E}">
        <p14:creationId xmlns:p14="http://schemas.microsoft.com/office/powerpoint/2010/main" val="2866460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41227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0625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3649</TotalTime>
  <Words>61</Words>
  <Application>Microsoft Macintosh PowerPoint</Application>
  <PresentationFormat>Widescreen</PresentationFormat>
  <Paragraphs>12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Calibri</vt:lpstr>
      <vt:lpstr>Century Gothic</vt:lpstr>
      <vt:lpstr>Wingdings 3</vt:lpstr>
      <vt:lpstr>Ion</vt:lpstr>
      <vt:lpstr>Keeping up with Rachel Appel and the Commodore</vt:lpstr>
      <vt:lpstr>Questions?</vt:lpstr>
      <vt:lpstr>Thanks for listening!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unsafe C#</dc:title>
  <dc:creator>Dennis Dietrich</dc:creator>
  <cp:lastModifiedBy>Dennis Dietrich</cp:lastModifiedBy>
  <cp:revision>183</cp:revision>
  <dcterms:created xsi:type="dcterms:W3CDTF">2022-06-17T15:35:12Z</dcterms:created>
  <dcterms:modified xsi:type="dcterms:W3CDTF">2024-08-29T20:10:52Z</dcterms:modified>
</cp:coreProperties>
</file>