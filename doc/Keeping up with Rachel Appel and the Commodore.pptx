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59" autoAdjust="0"/>
    <p:restoredTop sz="89605" autoAdjust="0"/>
  </p:normalViewPr>
  <p:slideViewPr>
    <p:cSldViewPr snapToGrid="0">
      <p:cViewPr varScale="1">
        <p:scale>
          <a:sx n="165" d="100"/>
          <a:sy n="165" d="100"/>
        </p:scale>
        <p:origin x="62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9/16/24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 W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28780C8-7426-4385-DEB0-BB693194F6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6582" y="840776"/>
            <a:ext cx="1055279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Û123456789012345678901234567890123456789012345678901Û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80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solidFill>
                  <a:srgbClr val="FFFFFF"/>
                </a:solidFill>
              </a:rPr>
              <a:t>Keeping up with Rachel</a:t>
            </a:r>
          </a:p>
          <a:p>
            <a:r>
              <a:rPr lang="en-US" dirty="0">
                <a:solidFill>
                  <a:srgbClr val="FFFFFF"/>
                </a:solidFill>
              </a:rPr>
              <a:t>        Appel and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  <p:pic>
        <p:nvPicPr>
          <p:cNvPr id="4" name="Picture 3" descr="Pixelated portrait of Rachel Appel">
            <a:extLst>
              <a:ext uri="{FF2B5EF4-FFF2-40B4-BE49-F238E27FC236}">
                <a16:creationId xmlns:a16="http://schemas.microsoft.com/office/drawing/2014/main" id="{D97BDFFB-81D7-33F2-A623-49CAE809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02" y="506028"/>
            <a:ext cx="3657600" cy="365760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  <p:pic>
        <p:nvPicPr>
          <p:cNvPr id="8" name="Picture 7" descr="Pixelated cover of ‘Artificial Intelligence Projects for the Commodore 64’ by Timothy J. O’Malley">
            <a:extLst>
              <a:ext uri="{FF2B5EF4-FFF2-40B4-BE49-F238E27FC236}">
                <a16:creationId xmlns:a16="http://schemas.microsoft.com/office/drawing/2014/main" id="{7D5F7B0D-7636-A806-9236-041EB2DE6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348" y="1105481"/>
            <a:ext cx="4267200" cy="528955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3698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211</cp:revision>
  <dcterms:created xsi:type="dcterms:W3CDTF">2022-06-17T15:35:12Z</dcterms:created>
  <dcterms:modified xsi:type="dcterms:W3CDTF">2024-09-16T14:19:27Z</dcterms:modified>
</cp:coreProperties>
</file>